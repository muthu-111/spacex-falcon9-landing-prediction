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SpaceX Falcon 9 Landing Prediction</a:t>
            </a:r>
          </a:p>
          <a:p>
            <a:r>
              <a:t>IBM Data Science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</a:t>
            </a:r>
          </a:p>
          <a:p>
            <a:r>
              <a:t>GitHub Repository: https://github.com/username/spacex-falcon9-project</a:t>
            </a:r>
          </a:p>
          <a:p>
            <a:r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Predict Falcon 9 first stage landing success.</a:t>
            </a:r>
          </a:p>
          <a:p>
            <a:r>
              <a:t>Methods: API data collection, web scraping, data wrangling, EDA, interactive analytics, machine learning.</a:t>
            </a:r>
          </a:p>
          <a:p>
            <a:r>
              <a:t>Result: ML models used to predict landing success with high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SpaceX reduces launch costs by reusing Falcon 9 rockets.</a:t>
            </a:r>
          </a:p>
          <a:p>
            <a:r>
              <a:t>Predicting landing success helps estimate launch costs.</a:t>
            </a:r>
          </a:p>
          <a:p>
            <a:r>
              <a:t>Objective: Predict if the first stage will land successfully.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– SpaceX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retrieved from SpaceX REST API.</a:t>
            </a:r>
          </a:p>
          <a:p>
            <a:r>
              <a:t>Collected: launch site, payload mass, orbit, booster version, launch outcome.</a:t>
            </a:r>
          </a:p>
          <a:p>
            <a:r>
              <a:t>GitHub notebook included in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– Web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records scraped from Wikipedia using Python.</a:t>
            </a:r>
          </a:p>
          <a:p>
            <a:r>
              <a:t>Libraries used: requests, BeautifulSoup, pandas.</a:t>
            </a:r>
          </a:p>
          <a:p>
            <a:r>
              <a:t>Collected booster, payload, orbit, and launch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missing values.</a:t>
            </a:r>
          </a:p>
          <a:p>
            <a:r>
              <a:t>Converted categorical variables.</a:t>
            </a:r>
          </a:p>
          <a:p>
            <a:r>
              <a:t>Created target variable for landing success.</a:t>
            </a:r>
          </a:p>
          <a:p>
            <a:r>
              <a:t>Prepared dataset for analysis and modeling.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plots: Payload vs Launch Success.</a:t>
            </a:r>
          </a:p>
          <a:p>
            <a:r>
              <a:t>Bar charts: Launch site vs Success.</a:t>
            </a:r>
          </a:p>
          <a:p>
            <a:r>
              <a:t>Line charts: Yearly launch trends.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with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queries used to analyze launch sites, payload mass, and success rates.</a:t>
            </a:r>
          </a:p>
          <a:p>
            <a:r>
              <a:t>Grouped and ranked launch sites.</a:t>
            </a:r>
          </a:p>
          <a:p>
            <a:r>
              <a:t>Time-based analysis of launches.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payload masses may slightly reduce landing success.</a:t>
            </a:r>
          </a:p>
          <a:p>
            <a:r>
              <a:t>Certain launch sites show higher success rates.</a:t>
            </a:r>
          </a:p>
          <a:p>
            <a:r>
              <a:t>Launch success improved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SQL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launch site with most launches.</a:t>
            </a:r>
          </a:p>
          <a:p>
            <a:r>
              <a:t>Calculated average payload mass.</a:t>
            </a:r>
          </a:p>
          <a:p>
            <a:r>
              <a:t>Determined success rate per orbit type.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Visual Analytics – Folium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interactive map of launch sites.</a:t>
            </a:r>
          </a:p>
          <a:p>
            <a:r>
              <a:t>Displayed markers for successful and failed landings.</a:t>
            </a:r>
          </a:p>
          <a:p>
            <a:r>
              <a:t>Analyzed proximity to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– Plotly Dash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includes launch success pie charts.</a:t>
            </a:r>
          </a:p>
          <a:p>
            <a:r>
              <a:t>Scatter plot: Payload mass vs landing outcome.</a:t>
            </a:r>
          </a:p>
          <a:p>
            <a:r>
              <a:t>User-interactive filters for launch site.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–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models used:</a:t>
            </a:r>
          </a:p>
          <a:p>
            <a:r>
              <a:t>Logistic Regression</a:t>
            </a:r>
          </a:p>
          <a:p>
            <a:r>
              <a:t>Decision Tree</a:t>
            </a:r>
          </a:p>
          <a:p>
            <a:r>
              <a:t>SVM</a:t>
            </a:r>
          </a:p>
          <a:p>
            <a:r>
              <a:t>K-Nearest Neighbors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evaluated using accuracy scores.</a:t>
            </a:r>
          </a:p>
          <a:p>
            <a:r>
              <a:t>Cross-validation performed.</a:t>
            </a:r>
          </a:p>
          <a:p>
            <a:r>
              <a:t>Best model selected based on highest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Evaluates True Positive, True Negative,</a:t>
            </a:r>
          </a:p>
          <a:p>
            <a:r>
              <a:t>False Positive, False Negative.</a:t>
            </a:r>
          </a:p>
          <a:p>
            <a:r>
              <a:t>Helps understand model prediction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site and payload mass influence landing success.</a:t>
            </a:r>
          </a:p>
          <a:p>
            <a:r>
              <a:t>Machine learning models can effectively predict outcomes.</a:t>
            </a:r>
          </a:p>
          <a:p>
            <a:r>
              <a:t>Reusable rockets significantly reduce launch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